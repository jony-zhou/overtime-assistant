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4409E4-59A1-BE9E-3482-34F7D45E1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5432E6E-E1E3-1EE1-1ADA-7B924B9D3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32964C-1682-A6A4-7B86-52078C5B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8A0D49-780B-8280-BC95-CA3F192C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E7D00C-173C-80E8-F25D-DB1B9BA4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2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F96453-2DB2-3A42-1A3F-9285187F3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E3DC33-E3F2-2F44-AC4F-A130044D2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1CA752-42A2-0C24-4343-853732EF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F8EE2C-49BF-8DA4-DE3D-4A899A71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959950-42ED-23BB-3E2D-A7E89734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34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7A9596-38C5-1663-57C0-AB7ACB52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BF0612-FAFF-A518-42A4-192FA0D01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728FF5-941B-8297-67E7-1E2E3046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6E36A7-8C4C-5D81-96CD-73783283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1FC09B-C170-4B4A-B5D7-B498AA23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951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86434-E65B-C6DD-A962-860E49FD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5A2565-E3A2-7C70-4D41-B5EE0CD11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CACA0-F2AA-F7B8-3464-6F0C7DE1C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A4E358-387C-ABE2-B980-1CD93F0A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2BEA74-3C2C-B1DE-B2B1-E7ABB9D7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157DB3-C30A-9259-2E43-7B73FCC0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88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936DF2-7079-C7C1-DCEE-0996A28B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F44F60-4221-4BE7-F3C8-5C270E05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7D6FB7-9C48-76B5-DBDB-9466E84FB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238E43E-8B74-3D9A-9876-A857D4B5A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D58DE1-270D-7407-609C-AEA9E528D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D97F0D-3998-EDB5-D39B-959C1EB3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D3BE735-96C0-7E7C-7A2E-38AA846F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95FAAA-48CC-1116-FFBA-5FBA34C8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95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661FC-AF6B-FF7A-8B12-4DAC3844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CB41F67-F34C-16F6-6DDA-C7A3CE21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0A7A26-C07E-ECDA-70A0-FBD24DF0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228257-6080-1719-6039-8E4E224C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5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E95160D-C6DE-A483-AC23-A32BE7D9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C8FD8A-1F44-26E0-6810-5CCBF0B5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E358E1-1D4A-673A-98FC-E393CE0D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01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242B5-18D0-089A-D2F6-CB107781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95986F-A508-1D02-5C9F-010AE9A72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A39356-2FAE-4EED-A2F8-8C3B1ED90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0BD4BE-8ECE-0978-39CB-731B0745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CBBBA3-0885-572D-9A52-DAE2A845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0E538-F466-A7F2-CA4F-99D39B9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65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75BCF-410E-02A3-F089-96E480AB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F8F809F-F81E-18B8-6755-184BE9F39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C9414A-AE3A-1F39-D311-E5E95357B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1611A0-E5F9-8F31-6BF1-BB58EE34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C1F857-7846-80C8-9EC9-39A08C1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B46F36-AD77-6A90-36D8-6F127551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7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17763-E82C-4504-86BD-A59F691D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DA45C69-FAC5-ABDC-AF60-699BF8932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566502-5E4E-EEF6-966A-8A8B7C64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39E93F-4876-329B-96FF-BE21F835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29C7C6-2DAD-0F16-3904-B95FD4CC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66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0C0843-1C75-C9AB-15A0-A4D9B42BE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37DD0F-6F0B-76CF-D89F-A879CBE43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5078-1ADD-A7E4-6F58-E91EB0B3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9F9574-1A38-194B-8A02-AAB56723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63BB63-76F1-E401-416E-C8C24FCF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78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C30414-E086-92C9-6E8F-A074BA92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47B01D-49A8-356F-2315-B5EBB385A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A2D21-B5F1-3560-41BD-679B6D39B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6B497-5575-4A30-9B29-D8815F56405D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3BC737-40C1-37C5-6B76-320866CF3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3B64A6-2DAA-A3F3-7872-91DB8104E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D4389-727F-45C0-851A-0FC474F2DF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6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97BE50-ED9E-4D3F-1CC8-845911013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C39A46-15CA-B780-E67F-4102BE6CC4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99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FED4D-3520-1C8F-84F0-D61D3DFD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3E37D3-77EB-B245-D04F-67CE0A50C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C7CF61-6560-8610-4C44-BDCEC137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28" y="0"/>
            <a:ext cx="891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5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CDF958-2A95-48AF-DD32-2628B4AC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E89DC8-E7D1-C363-7646-6C7E3F43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F1E0E6-752E-AE74-2C73-2D8D1DB0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28" y="0"/>
            <a:ext cx="891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7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03097F-DA9D-1637-2A89-433A4803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87F5D8-2E03-FE27-1298-06505F258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0F3BEDD-1C48-2CEA-503F-7C24E103F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28" y="0"/>
            <a:ext cx="891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3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C0932-C568-3B0A-B826-FE46C4F6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716F78-644E-D8CF-8E83-49A2BFE06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DCEF85-6A39-51E2-54BD-FBFDAA21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28" y="0"/>
            <a:ext cx="891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7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周岳廷 yueting.zhou</dc:creator>
  <cp:lastModifiedBy>周岳廷 yueting.zhou</cp:lastModifiedBy>
  <cp:revision>1</cp:revision>
  <dcterms:created xsi:type="dcterms:W3CDTF">2026-02-05T10:24:29Z</dcterms:created>
  <dcterms:modified xsi:type="dcterms:W3CDTF">2026-02-05T10:24:43Z</dcterms:modified>
</cp:coreProperties>
</file>